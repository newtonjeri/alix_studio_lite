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88163" cy="100203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4472C4"/>
    <a:srgbClr val="3B31FF"/>
    <a:srgbClr val="7A73FF"/>
    <a:srgbClr val="5B9BD5"/>
    <a:srgbClr val="BBBBB7"/>
    <a:srgbClr val="376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4" y="4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D8C43-C0C0-492D-AB35-D3961AD9F16B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0618E-5AD1-47AE-A24A-FAF9B0E9D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483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D8C43-C0C0-492D-AB35-D3961AD9F16B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0618E-5AD1-47AE-A24A-FAF9B0E9D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169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D8C43-C0C0-492D-AB35-D3961AD9F16B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0618E-5AD1-47AE-A24A-FAF9B0E9D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668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D8C43-C0C0-492D-AB35-D3961AD9F16B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0618E-5AD1-47AE-A24A-FAF9B0E9D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868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D8C43-C0C0-492D-AB35-D3961AD9F16B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0618E-5AD1-47AE-A24A-FAF9B0E9D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980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D8C43-C0C0-492D-AB35-D3961AD9F16B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0618E-5AD1-47AE-A24A-FAF9B0E9D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824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D8C43-C0C0-492D-AB35-D3961AD9F16B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0618E-5AD1-47AE-A24A-FAF9B0E9D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084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D8C43-C0C0-492D-AB35-D3961AD9F16B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0618E-5AD1-47AE-A24A-FAF9B0E9D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549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D8C43-C0C0-492D-AB35-D3961AD9F16B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0618E-5AD1-47AE-A24A-FAF9B0E9D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936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D8C43-C0C0-492D-AB35-D3961AD9F16B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0618E-5AD1-47AE-A24A-FAF9B0E9D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319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D8C43-C0C0-492D-AB35-D3961AD9F16B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0618E-5AD1-47AE-A24A-FAF9B0E9D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746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D8C43-C0C0-492D-AB35-D3961AD9F16B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40618E-5AD1-47AE-A24A-FAF9B0E9D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176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64" r="24896"/>
          <a:stretch/>
        </p:blipFill>
        <p:spPr>
          <a:xfrm>
            <a:off x="264160" y="270756"/>
            <a:ext cx="3644054" cy="54726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54" r="30781"/>
          <a:stretch/>
        </p:blipFill>
        <p:spPr>
          <a:xfrm>
            <a:off x="4517813" y="677332"/>
            <a:ext cx="2546774" cy="491467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84" r="30550"/>
          <a:stretch/>
        </p:blipFill>
        <p:spPr>
          <a:xfrm>
            <a:off x="8649547" y="579360"/>
            <a:ext cx="2641600" cy="51106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29170" y="5878440"/>
            <a:ext cx="23687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STATE: LID COVER CLOSE TOP VIEW</a:t>
            </a:r>
            <a:endParaRPr lang="en-IN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4557160" y="5592009"/>
            <a:ext cx="23352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STATE: LID COVER OPEN TOP VIEW</a:t>
            </a:r>
            <a:endParaRPr lang="en-IN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8748083" y="5711341"/>
            <a:ext cx="24353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STATE: SEAT COVER OPEN TOP VIEW</a:t>
            </a:r>
            <a:endParaRPr lang="en-IN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11058320" y="190774"/>
            <a:ext cx="962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PAGE 02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77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99" r="16081"/>
          <a:stretch/>
        </p:blipFill>
        <p:spPr>
          <a:xfrm rot="21371669">
            <a:off x="6632674" y="699803"/>
            <a:ext cx="4842520" cy="53949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39" r="15236"/>
          <a:stretch/>
        </p:blipFill>
        <p:spPr>
          <a:xfrm>
            <a:off x="264160" y="1120688"/>
            <a:ext cx="4294293" cy="43332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80217" y="5614351"/>
            <a:ext cx="21648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STATE: BOWL OUTER SIDE VIEW</a:t>
            </a:r>
            <a:endParaRPr lang="en-IN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7877522" y="6051763"/>
            <a:ext cx="2315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STATE: BOWL OUTER FRONT VIEW</a:t>
            </a:r>
            <a:endParaRPr lang="en-IN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11058320" y="190774"/>
            <a:ext cx="962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PAGE 03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5326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29" t="1348" r="10615" b="8660"/>
          <a:stretch/>
        </p:blipFill>
        <p:spPr>
          <a:xfrm rot="16200000">
            <a:off x="3505201" y="-1432562"/>
            <a:ext cx="4838701" cy="966978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15" y="3341355"/>
            <a:ext cx="800169" cy="34293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8240" y="2277333"/>
            <a:ext cx="1005900" cy="24871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6769" y="1506457"/>
            <a:ext cx="1047811" cy="21185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484" y="5059680"/>
            <a:ext cx="722394" cy="23242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6249" y="5163501"/>
            <a:ext cx="680711" cy="19624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80358" y="4222474"/>
            <a:ext cx="777281" cy="222990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>
          <a:xfrm flipH="1">
            <a:off x="10172707" y="4333969"/>
            <a:ext cx="78481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81360" y="3655885"/>
            <a:ext cx="952562" cy="216790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>
          <a:xfrm flipH="1" flipV="1">
            <a:off x="9867907" y="3754849"/>
            <a:ext cx="1013453" cy="94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4227" y="4095466"/>
            <a:ext cx="880154" cy="235155"/>
          </a:xfrm>
          <a:prstGeom prst="rect">
            <a:avLst/>
          </a:prstGeom>
        </p:spPr>
      </p:pic>
      <p:cxnSp>
        <p:nvCxnSpPr>
          <p:cNvPr id="22" name="Straight Arrow Connector 21"/>
          <p:cNvCxnSpPr/>
          <p:nvPr/>
        </p:nvCxnSpPr>
        <p:spPr>
          <a:xfrm flipV="1">
            <a:off x="8397220" y="4213044"/>
            <a:ext cx="1229385" cy="94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72662" y="1718309"/>
            <a:ext cx="617273" cy="26672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058320" y="190774"/>
            <a:ext cx="962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PAGE 04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119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2" r="18817" b="13992"/>
          <a:stretch/>
        </p:blipFill>
        <p:spPr>
          <a:xfrm rot="16200000">
            <a:off x="3905251" y="-1306833"/>
            <a:ext cx="4457701" cy="93573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0357" y="3314687"/>
            <a:ext cx="1032563" cy="24371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483" y="2640319"/>
            <a:ext cx="1405957" cy="24481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7768" y="4667238"/>
            <a:ext cx="495343" cy="26672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6638" y="4312825"/>
            <a:ext cx="495343" cy="2667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058320" y="190774"/>
            <a:ext cx="962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PAGE 05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3065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6605" y="164460"/>
            <a:ext cx="1056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TASK: 1A 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5431" y="585058"/>
            <a:ext cx="7296829" cy="547262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41920" y="1953790"/>
            <a:ext cx="3508587" cy="2035703"/>
          </a:xfrm>
          <a:prstGeom prst="rect">
            <a:avLst/>
          </a:prstGeom>
          <a:solidFill>
            <a:srgbClr val="ED7D31">
              <a:alpha val="2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R-R01 LID </a:t>
            </a:r>
            <a:r>
              <a:rPr lang="en-US" dirty="0">
                <a:solidFill>
                  <a:schemeClr val="tx1"/>
                </a:solidFill>
              </a:rPr>
              <a:t>TOP PART </a:t>
            </a:r>
            <a:r>
              <a:rPr lang="en-US" dirty="0" smtClean="0">
                <a:solidFill>
                  <a:schemeClr val="tx1"/>
                </a:solidFill>
              </a:rPr>
              <a:t>01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23330" y="6302124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RIGHT ARM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74094" y="1154743"/>
            <a:ext cx="5597159" cy="43332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851196" y="3788272"/>
            <a:ext cx="2802084" cy="1291728"/>
          </a:xfrm>
          <a:prstGeom prst="rect">
            <a:avLst/>
          </a:prstGeom>
          <a:solidFill>
            <a:srgbClr val="4472C4">
              <a:alpha val="18824"/>
            </a:srgbClr>
          </a:solidFill>
          <a:ln>
            <a:solidFill>
              <a:srgbClr val="7A73FF">
                <a:alpha val="2902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L-R01 BASE LEFT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29206" y="6302124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LEFT ARM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794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6605" y="164460"/>
            <a:ext cx="1056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TASK: 2A 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74094" y="1154743"/>
            <a:ext cx="5597159" cy="433325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844421" y="2460699"/>
            <a:ext cx="3486191" cy="1427194"/>
          </a:xfrm>
          <a:prstGeom prst="rect">
            <a:avLst/>
          </a:prstGeom>
          <a:solidFill>
            <a:srgbClr val="4472C4">
              <a:alpha val="18824"/>
            </a:srgbClr>
          </a:solidFill>
          <a:ln>
            <a:solidFill>
              <a:srgbClr val="7A73FF">
                <a:alpha val="2902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L-R02 SIDE EXTERIOR LEFT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29206" y="6302124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LEFT ARM</a:t>
            </a:r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5431" y="585058"/>
            <a:ext cx="7296829" cy="547262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41920" y="3522132"/>
            <a:ext cx="3495040" cy="2464227"/>
          </a:xfrm>
          <a:prstGeom prst="rect">
            <a:avLst/>
          </a:prstGeom>
          <a:solidFill>
            <a:srgbClr val="ED7D31">
              <a:alpha val="2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R-R01 LID </a:t>
            </a:r>
            <a:r>
              <a:rPr lang="en-US" dirty="0">
                <a:solidFill>
                  <a:schemeClr val="tx1"/>
                </a:solidFill>
              </a:rPr>
              <a:t>TOP PART </a:t>
            </a:r>
            <a:r>
              <a:rPr lang="en-US" dirty="0" smtClean="0">
                <a:solidFill>
                  <a:schemeClr val="tx1"/>
                </a:solidFill>
              </a:rPr>
              <a:t>02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23330" y="6302124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RIGHT ARM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5026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6605" y="164460"/>
            <a:ext cx="1046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TASK: 1C 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23" r="17073"/>
          <a:stretch/>
        </p:blipFill>
        <p:spPr>
          <a:xfrm rot="21371669">
            <a:off x="560235" y="824484"/>
            <a:ext cx="4740678" cy="53949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92" r="24491"/>
          <a:stretch/>
        </p:blipFill>
        <p:spPr>
          <a:xfrm>
            <a:off x="7617807" y="785530"/>
            <a:ext cx="3729963" cy="547262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69531" y="1644974"/>
            <a:ext cx="2549963" cy="2163929"/>
          </a:xfrm>
          <a:prstGeom prst="rect">
            <a:avLst/>
          </a:prstGeom>
          <a:solidFill>
            <a:srgbClr val="4472C4">
              <a:alpha val="18824"/>
            </a:srgbClr>
          </a:solidFill>
          <a:ln>
            <a:solidFill>
              <a:srgbClr val="7A73FF">
                <a:alpha val="2902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L-R03 PEDESTAL UPPER LEFT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469121" y="1314027"/>
            <a:ext cx="1564640" cy="826346"/>
          </a:xfrm>
          <a:prstGeom prst="rect">
            <a:avLst/>
          </a:prstGeom>
          <a:solidFill>
            <a:srgbClr val="ED7D31">
              <a:alpha val="2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R-R02 RIGHT HINGE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077787" y="2140373"/>
            <a:ext cx="225957" cy="3156196"/>
          </a:xfrm>
          <a:prstGeom prst="rect">
            <a:avLst/>
          </a:prstGeom>
          <a:solidFill>
            <a:srgbClr val="ED7D31">
              <a:alpha val="2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29206" y="6302124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LEFT ARM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8823330" y="6302124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RIGHT ARM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3839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92" r="24491"/>
          <a:stretch/>
        </p:blipFill>
        <p:spPr>
          <a:xfrm>
            <a:off x="631528" y="667118"/>
            <a:ext cx="3729963" cy="54726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39" r="15236"/>
          <a:stretch/>
        </p:blipFill>
        <p:spPr>
          <a:xfrm>
            <a:off x="6467607" y="1173315"/>
            <a:ext cx="4294293" cy="43332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6605" y="164460"/>
            <a:ext cx="923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TASK: 2 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982647" y="1176013"/>
            <a:ext cx="1536887" cy="830404"/>
          </a:xfrm>
          <a:prstGeom prst="rect">
            <a:avLst/>
          </a:prstGeom>
          <a:solidFill>
            <a:srgbClr val="4472C4">
              <a:alpha val="18824"/>
            </a:srgbClr>
          </a:solidFill>
          <a:ln>
            <a:solidFill>
              <a:srgbClr val="7A73FF">
                <a:alpha val="2902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LEFT HINGE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61460" y="2513595"/>
            <a:ext cx="3562724" cy="1341358"/>
          </a:xfrm>
          <a:prstGeom prst="rect">
            <a:avLst/>
          </a:prstGeom>
          <a:solidFill>
            <a:srgbClr val="ED7D31">
              <a:alpha val="2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SIDE EXTERIOR RIGHT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36099" y="6273066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LEFT ARM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8823330" y="6302124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RIGHT ARM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715947" y="2185250"/>
            <a:ext cx="160353" cy="2714409"/>
          </a:xfrm>
          <a:prstGeom prst="rect">
            <a:avLst/>
          </a:prstGeom>
          <a:solidFill>
            <a:srgbClr val="4472C4">
              <a:alpha val="18824"/>
            </a:srgbClr>
          </a:solidFill>
          <a:ln>
            <a:solidFill>
              <a:srgbClr val="7A73FF">
                <a:alpha val="2902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7222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6605" y="164460"/>
            <a:ext cx="870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TASK: 3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026" y="761769"/>
            <a:ext cx="4701947" cy="533446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699695" y="1919374"/>
            <a:ext cx="1780288" cy="830404"/>
          </a:xfrm>
          <a:prstGeom prst="rect">
            <a:avLst/>
          </a:prstGeom>
          <a:solidFill>
            <a:srgbClr val="4472C4">
              <a:alpha val="18824"/>
            </a:srgbClr>
          </a:solidFill>
          <a:ln>
            <a:solidFill>
              <a:srgbClr val="7A73FF">
                <a:alpha val="2902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OPEN LID + SEAT (MASTER)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28406" y="1919374"/>
            <a:ext cx="2135208" cy="830404"/>
          </a:xfrm>
          <a:prstGeom prst="rect">
            <a:avLst/>
          </a:prstGeom>
          <a:solidFill>
            <a:srgbClr val="ED7D31">
              <a:alpha val="2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OPEN LID + SEAT (SUPPORT)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29429" y="2839132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LEFT ARM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8957053" y="2839132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RIGHT ARM</a:t>
            </a:r>
            <a:endParaRPr lang="en-IN" dirty="0"/>
          </a:p>
        </p:txBody>
      </p:sp>
      <p:sp>
        <p:nvSpPr>
          <p:cNvPr id="10" name="Down Arrow 9"/>
          <p:cNvSpPr/>
          <p:nvPr/>
        </p:nvSpPr>
        <p:spPr>
          <a:xfrm rot="10800000">
            <a:off x="3823967" y="2032730"/>
            <a:ext cx="136240" cy="717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912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6605" y="164460"/>
            <a:ext cx="870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TASK: 4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699695" y="1919374"/>
            <a:ext cx="1780288" cy="830404"/>
          </a:xfrm>
          <a:prstGeom prst="rect">
            <a:avLst/>
          </a:prstGeom>
          <a:solidFill>
            <a:srgbClr val="4472C4">
              <a:alpha val="18824"/>
            </a:srgbClr>
          </a:solidFill>
          <a:ln>
            <a:solidFill>
              <a:srgbClr val="7A73FF">
                <a:alpha val="2902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CLOSE SEAT ONLY (MASTER)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528406" y="1919374"/>
            <a:ext cx="2135208" cy="830404"/>
          </a:xfrm>
          <a:prstGeom prst="rect">
            <a:avLst/>
          </a:prstGeom>
          <a:solidFill>
            <a:srgbClr val="ED7D31">
              <a:alpha val="2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CLOSE SEAT ONLY SUPPORT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29429" y="2839132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LEFT ARM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8957053" y="2839132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RIGHT ARM</a:t>
            </a:r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182" y="361039"/>
            <a:ext cx="3505928" cy="607260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4300466" y="2306750"/>
            <a:ext cx="136240" cy="717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770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6605" y="164460"/>
            <a:ext cx="1003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TASK: 5A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54" r="30781"/>
          <a:stretch/>
        </p:blipFill>
        <p:spPr>
          <a:xfrm>
            <a:off x="4623691" y="914154"/>
            <a:ext cx="2546774" cy="491467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821980" y="2980392"/>
            <a:ext cx="1190694" cy="2624420"/>
          </a:xfrm>
          <a:prstGeom prst="rect">
            <a:avLst/>
          </a:prstGeom>
          <a:solidFill>
            <a:srgbClr val="4472C4">
              <a:alpha val="18824"/>
            </a:srgbClr>
          </a:solidFill>
          <a:ln>
            <a:solidFill>
              <a:srgbClr val="7A73FF">
                <a:alpha val="2902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SEAT TOP PART 1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12674" y="1011552"/>
            <a:ext cx="1157791" cy="1968839"/>
          </a:xfrm>
          <a:prstGeom prst="rect">
            <a:avLst/>
          </a:prstGeom>
          <a:solidFill>
            <a:srgbClr val="ED7D31">
              <a:alpha val="2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LID UNDERSIDE RIGHT HALF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01160" y="4107936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LEFT ARM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7083245" y="1760271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RIGHT ARM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3935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19695" y="342078"/>
            <a:ext cx="995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TASK: 5B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54" r="30781"/>
          <a:stretch/>
        </p:blipFill>
        <p:spPr>
          <a:xfrm>
            <a:off x="1367375" y="986516"/>
            <a:ext cx="2546774" cy="491467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39270" y="3052754"/>
            <a:ext cx="1190694" cy="2624420"/>
          </a:xfrm>
          <a:prstGeom prst="rect">
            <a:avLst/>
          </a:prstGeom>
          <a:solidFill>
            <a:srgbClr val="4472C4">
              <a:alpha val="18824"/>
            </a:srgbClr>
          </a:solidFill>
          <a:ln>
            <a:solidFill>
              <a:srgbClr val="7A73FF">
                <a:alpha val="2902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SEAT TOP PART 2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80352" y="5901193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LEFT ARM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8479580" y="6138033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RIGHT ARM</a:t>
            </a:r>
            <a:endParaRPr lang="en-IN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23" r="17073"/>
          <a:stretch/>
        </p:blipFill>
        <p:spPr>
          <a:xfrm rot="21371669">
            <a:off x="6737209" y="1575197"/>
            <a:ext cx="3816868" cy="434365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479580" y="2202244"/>
            <a:ext cx="1920898" cy="1968839"/>
          </a:xfrm>
          <a:prstGeom prst="rect">
            <a:avLst/>
          </a:prstGeom>
          <a:solidFill>
            <a:srgbClr val="ED7D31">
              <a:alpha val="2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PEDESTAL UPPER RIGHT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158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19695" y="342078"/>
            <a:ext cx="870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TASK: 6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54" r="30781"/>
          <a:stretch/>
        </p:blipFill>
        <p:spPr>
          <a:xfrm>
            <a:off x="1676560" y="979938"/>
            <a:ext cx="2546774" cy="491467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676560" y="1065704"/>
            <a:ext cx="1273387" cy="1973886"/>
          </a:xfrm>
          <a:prstGeom prst="rect">
            <a:avLst/>
          </a:prstGeom>
          <a:solidFill>
            <a:srgbClr val="4472C4">
              <a:alpha val="18824"/>
            </a:srgbClr>
          </a:solidFill>
          <a:ln>
            <a:solidFill>
              <a:srgbClr val="7A73FF">
                <a:alpha val="2902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LID UNDERSIDE </a:t>
            </a:r>
            <a:r>
              <a:rPr lang="en-US" dirty="0" smtClean="0">
                <a:solidFill>
                  <a:schemeClr val="tx1"/>
                </a:solidFill>
              </a:rPr>
              <a:t>LEFT </a:t>
            </a:r>
            <a:r>
              <a:rPr lang="en-US" dirty="0">
                <a:solidFill>
                  <a:schemeClr val="tx1"/>
                </a:solidFill>
              </a:rPr>
              <a:t>HALF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89537" y="5980381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LEFT ARM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8091945" y="5980381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RIGHT ARM</a:t>
            </a:r>
            <a:endParaRPr lang="en-IN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39" r="15236"/>
          <a:stretch/>
        </p:blipFill>
        <p:spPr>
          <a:xfrm>
            <a:off x="6208559" y="1370667"/>
            <a:ext cx="4294293" cy="433325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 rot="21390179">
            <a:off x="6972791" y="4126180"/>
            <a:ext cx="2901345" cy="1173825"/>
          </a:xfrm>
          <a:prstGeom prst="rect">
            <a:avLst/>
          </a:prstGeom>
          <a:solidFill>
            <a:srgbClr val="ED7D31">
              <a:alpha val="2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BASE RIGHT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258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19695" y="342078"/>
            <a:ext cx="870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TASK: 7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586" y="1143127"/>
            <a:ext cx="2613887" cy="4663844"/>
          </a:xfrm>
          <a:prstGeom prst="rect">
            <a:avLst/>
          </a:prstGeom>
        </p:spPr>
      </p:pic>
      <p:sp>
        <p:nvSpPr>
          <p:cNvPr id="6" name="Down Arrow 5"/>
          <p:cNvSpPr/>
          <p:nvPr/>
        </p:nvSpPr>
        <p:spPr>
          <a:xfrm rot="10800000">
            <a:off x="7173893" y="4342551"/>
            <a:ext cx="136240" cy="717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2751255" y="3059847"/>
            <a:ext cx="1780288" cy="830404"/>
          </a:xfrm>
          <a:prstGeom prst="rect">
            <a:avLst/>
          </a:prstGeom>
          <a:solidFill>
            <a:srgbClr val="4472C4">
              <a:alpha val="18824"/>
            </a:srgbClr>
          </a:solidFill>
          <a:ln>
            <a:solidFill>
              <a:srgbClr val="7A73FF">
                <a:alpha val="2902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L-T03 OPEN SEAT (MASTER)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76846" y="2955694"/>
            <a:ext cx="2135208" cy="830404"/>
          </a:xfrm>
          <a:prstGeom prst="rect">
            <a:avLst/>
          </a:prstGeom>
          <a:solidFill>
            <a:srgbClr val="ED7D31">
              <a:alpha val="2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R-T03 OPEN SEAT (SUPPORT)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80989" y="3973219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LEFT ARM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7911250" y="3999458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RIGHT ARM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40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19695" y="342078"/>
            <a:ext cx="1003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TASK: 8A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84" r="30550"/>
          <a:stretch/>
        </p:blipFill>
        <p:spPr>
          <a:xfrm>
            <a:off x="4725247" y="1089900"/>
            <a:ext cx="2641600" cy="51106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892201" y="3496484"/>
            <a:ext cx="1135220" cy="2622376"/>
          </a:xfrm>
          <a:prstGeom prst="rect">
            <a:avLst/>
          </a:prstGeom>
          <a:solidFill>
            <a:srgbClr val="4472C4">
              <a:alpha val="18824"/>
            </a:srgbClr>
          </a:solidFill>
          <a:ln>
            <a:solidFill>
              <a:srgbClr val="7A73FF">
                <a:alpha val="2902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RIM TOP PART 1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27420" y="1308773"/>
            <a:ext cx="1264919" cy="2187711"/>
          </a:xfrm>
          <a:prstGeom prst="rect">
            <a:avLst/>
          </a:prstGeom>
          <a:solidFill>
            <a:srgbClr val="ED7D31">
              <a:alpha val="2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SEAT UNDERSIDE RIGHT HALF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21975" y="4285639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LEFT ARM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7391106" y="2315438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RIGHT ARM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1693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19695" y="342078"/>
            <a:ext cx="995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TASK: 8B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84" r="30550"/>
          <a:stretch/>
        </p:blipFill>
        <p:spPr>
          <a:xfrm>
            <a:off x="1669627" y="899400"/>
            <a:ext cx="2641600" cy="51106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90427" y="3305984"/>
            <a:ext cx="1135220" cy="2622376"/>
          </a:xfrm>
          <a:prstGeom prst="rect">
            <a:avLst/>
          </a:prstGeom>
          <a:solidFill>
            <a:srgbClr val="4472C4">
              <a:alpha val="18824"/>
            </a:srgbClr>
          </a:solidFill>
          <a:ln>
            <a:solidFill>
              <a:srgbClr val="7A73FF">
                <a:alpha val="2902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RIM TOP PART 2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30017" y="6175399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LEFT ARM</a:t>
            </a:r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39" r="15236"/>
          <a:stretch/>
        </p:blipFill>
        <p:spPr>
          <a:xfrm>
            <a:off x="6387166" y="1288084"/>
            <a:ext cx="4294293" cy="433325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21182857">
            <a:off x="8019869" y="5161203"/>
            <a:ext cx="2021134" cy="543350"/>
          </a:xfrm>
          <a:prstGeom prst="rect">
            <a:avLst/>
          </a:prstGeom>
          <a:solidFill>
            <a:srgbClr val="ED7D31">
              <a:alpha val="2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FLOOR SPILLAGE PART 1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95356" y="6175399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RIGHT ARM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4940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19695" y="342078"/>
            <a:ext cx="870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TASK: 9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84" r="30550"/>
          <a:stretch/>
        </p:blipFill>
        <p:spPr>
          <a:xfrm>
            <a:off x="1669627" y="899400"/>
            <a:ext cx="2641600" cy="51106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39" r="15236"/>
          <a:stretch/>
        </p:blipFill>
        <p:spPr>
          <a:xfrm>
            <a:off x="6207760" y="1389590"/>
            <a:ext cx="4294293" cy="43332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 rot="19586966">
            <a:off x="6517434" y="4773647"/>
            <a:ext cx="887911" cy="1113005"/>
          </a:xfrm>
          <a:prstGeom prst="rect">
            <a:avLst/>
          </a:prstGeom>
          <a:solidFill>
            <a:srgbClr val="ED7D31">
              <a:alpha val="2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FLOOR SPILLAGE PART 2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669627" y="1074420"/>
            <a:ext cx="1236310" cy="2259366"/>
          </a:xfrm>
          <a:prstGeom prst="rect">
            <a:avLst/>
          </a:prstGeom>
          <a:solidFill>
            <a:srgbClr val="4472C4">
              <a:alpha val="18824"/>
            </a:srgbClr>
          </a:solidFill>
          <a:ln>
            <a:solidFill>
              <a:srgbClr val="7A73FF">
                <a:alpha val="2902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SEAT UNDERSIDE LEFT HALF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30017" y="6175399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LEFT ARM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7895356" y="6175399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RIGHT ARM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55374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84" r="30550"/>
          <a:stretch/>
        </p:blipFill>
        <p:spPr>
          <a:xfrm>
            <a:off x="1692487" y="762240"/>
            <a:ext cx="2641600" cy="51106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9695" y="342078"/>
            <a:ext cx="1120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TASK: 10A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2203027" y="3672840"/>
            <a:ext cx="143933" cy="1188720"/>
          </a:xfrm>
          <a:prstGeom prst="rect">
            <a:avLst/>
          </a:prstGeom>
          <a:solidFill>
            <a:srgbClr val="4472C4">
              <a:alpha val="18824"/>
            </a:srgbClr>
          </a:solidFill>
          <a:ln>
            <a:solidFill>
              <a:srgbClr val="7A73FF">
                <a:alpha val="2902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559897" y="3317550"/>
            <a:ext cx="907203" cy="172410"/>
          </a:xfrm>
          <a:prstGeom prst="rect">
            <a:avLst/>
          </a:prstGeom>
          <a:solidFill>
            <a:srgbClr val="4472C4">
              <a:alpha val="18824"/>
            </a:srgbClr>
          </a:solidFill>
          <a:ln>
            <a:solidFill>
              <a:srgbClr val="7A73FF">
                <a:alpha val="2902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36520" y="5214930"/>
            <a:ext cx="662940" cy="172410"/>
          </a:xfrm>
          <a:prstGeom prst="rect">
            <a:avLst/>
          </a:prstGeom>
          <a:solidFill>
            <a:srgbClr val="4472C4">
              <a:alpha val="18824"/>
            </a:srgbClr>
          </a:solidFill>
          <a:ln>
            <a:solidFill>
              <a:srgbClr val="7A73FF">
                <a:alpha val="2902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 rot="3383421">
            <a:off x="2141637" y="4957230"/>
            <a:ext cx="662940" cy="172410"/>
          </a:xfrm>
          <a:prstGeom prst="rect">
            <a:avLst/>
          </a:prstGeom>
          <a:solidFill>
            <a:srgbClr val="4472C4">
              <a:alpha val="18824"/>
            </a:srgbClr>
          </a:solidFill>
          <a:ln>
            <a:solidFill>
              <a:srgbClr val="7A73FF">
                <a:alpha val="2902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 rot="8476208">
            <a:off x="2126397" y="3481098"/>
            <a:ext cx="662940" cy="172410"/>
          </a:xfrm>
          <a:prstGeom prst="rect">
            <a:avLst/>
          </a:prstGeom>
          <a:solidFill>
            <a:srgbClr val="4472C4">
              <a:alpha val="18824"/>
            </a:srgbClr>
          </a:solidFill>
          <a:ln>
            <a:solidFill>
              <a:srgbClr val="7A73FF">
                <a:alpha val="2902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96188" y="3672840"/>
            <a:ext cx="1259909" cy="1046820"/>
          </a:xfrm>
          <a:prstGeom prst="rect">
            <a:avLst/>
          </a:prstGeom>
          <a:noFill/>
          <a:ln>
            <a:solidFill>
              <a:srgbClr val="7A73FF">
                <a:alpha val="2902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FL-R09 INNER RIM PART 1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3"/>
          <a:srcRect t="2294"/>
          <a:stretch/>
        </p:blipFill>
        <p:spPr>
          <a:xfrm>
            <a:off x="8541974" y="1417319"/>
            <a:ext cx="1066892" cy="362611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003334" y="5213841"/>
            <a:ext cx="1864566" cy="523261"/>
          </a:xfrm>
          <a:prstGeom prst="rect">
            <a:avLst/>
          </a:prstGeom>
          <a:solidFill>
            <a:srgbClr val="ED7D31">
              <a:alpha val="2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R-T04 PICK DRAIN BRUSH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30017" y="6175399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LEFT ARM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8436463" y="6122059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RIGHT ARM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0208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84" r="30550"/>
          <a:stretch/>
        </p:blipFill>
        <p:spPr>
          <a:xfrm>
            <a:off x="1692487" y="762240"/>
            <a:ext cx="2641600" cy="51106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20347" y="3672840"/>
            <a:ext cx="143933" cy="1188720"/>
          </a:xfrm>
          <a:prstGeom prst="rect">
            <a:avLst/>
          </a:prstGeom>
          <a:solidFill>
            <a:srgbClr val="4472C4">
              <a:alpha val="18824"/>
            </a:srgbClr>
          </a:solidFill>
          <a:ln>
            <a:solidFill>
              <a:srgbClr val="7A73FF">
                <a:alpha val="2902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636520" y="5214930"/>
            <a:ext cx="662940" cy="172410"/>
          </a:xfrm>
          <a:prstGeom prst="rect">
            <a:avLst/>
          </a:prstGeom>
          <a:solidFill>
            <a:srgbClr val="4472C4">
              <a:alpha val="18824"/>
            </a:srgbClr>
          </a:solidFill>
          <a:ln>
            <a:solidFill>
              <a:srgbClr val="7A73FF">
                <a:alpha val="2902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 rot="19406031">
            <a:off x="3167720" y="5010475"/>
            <a:ext cx="662940" cy="172410"/>
          </a:xfrm>
          <a:prstGeom prst="rect">
            <a:avLst/>
          </a:prstGeom>
          <a:solidFill>
            <a:srgbClr val="4472C4">
              <a:alpha val="18824"/>
            </a:srgbClr>
          </a:solidFill>
          <a:ln>
            <a:solidFill>
              <a:srgbClr val="7A73FF">
                <a:alpha val="2902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 rot="13694905">
            <a:off x="3219737" y="3496337"/>
            <a:ext cx="662940" cy="172410"/>
          </a:xfrm>
          <a:prstGeom prst="rect">
            <a:avLst/>
          </a:prstGeom>
          <a:solidFill>
            <a:srgbClr val="4472C4">
              <a:alpha val="18824"/>
            </a:srgbClr>
          </a:solidFill>
          <a:ln>
            <a:solidFill>
              <a:srgbClr val="7A73FF">
                <a:alpha val="2902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96188" y="3672840"/>
            <a:ext cx="1259909" cy="1046820"/>
          </a:xfrm>
          <a:prstGeom prst="rect">
            <a:avLst/>
          </a:prstGeom>
          <a:noFill/>
          <a:ln>
            <a:solidFill>
              <a:srgbClr val="7A73FF">
                <a:alpha val="2902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FL-R09 INNER RIM PART 2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/>
          <a:srcRect t="2294"/>
          <a:stretch/>
        </p:blipFill>
        <p:spPr>
          <a:xfrm>
            <a:off x="8541974" y="1417319"/>
            <a:ext cx="1066892" cy="362611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430017" y="6175399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LEFT ARM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8436463" y="6122059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RIGHT ARM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519695" y="342078"/>
            <a:ext cx="1112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TASK: 10B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8003334" y="5213841"/>
            <a:ext cx="1864566" cy="523261"/>
          </a:xfrm>
          <a:prstGeom prst="rect">
            <a:avLst/>
          </a:prstGeom>
          <a:solidFill>
            <a:srgbClr val="ED7D31">
              <a:alpha val="2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R-T04 PICK DRAIN BRUSH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1795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19695" y="342078"/>
            <a:ext cx="1120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TASK: 11A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84" r="30550"/>
          <a:stretch/>
        </p:blipFill>
        <p:spPr>
          <a:xfrm>
            <a:off x="1822027" y="990840"/>
            <a:ext cx="2641600" cy="51106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524672" y="3764280"/>
            <a:ext cx="660488" cy="1661160"/>
          </a:xfrm>
          <a:prstGeom prst="rect">
            <a:avLst/>
          </a:prstGeom>
          <a:solidFill>
            <a:srgbClr val="4472C4">
              <a:alpha val="18824"/>
            </a:srgbClr>
          </a:solidFill>
          <a:ln>
            <a:solidFill>
              <a:srgbClr val="7A73FF">
                <a:alpha val="2902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t="2294"/>
          <a:stretch/>
        </p:blipFill>
        <p:spPr>
          <a:xfrm>
            <a:off x="8541974" y="1417319"/>
            <a:ext cx="1066892" cy="36261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36463" y="6122059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RIGHT ARM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8003334" y="5213841"/>
            <a:ext cx="1864566" cy="523261"/>
          </a:xfrm>
          <a:prstGeom prst="rect">
            <a:avLst/>
          </a:prstGeom>
          <a:solidFill>
            <a:srgbClr val="ED7D31">
              <a:alpha val="2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HOLD BRUSH OUTSIDE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30017" y="6175399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LEFT ARM</a:t>
            </a:r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723900" y="4312920"/>
            <a:ext cx="1119206" cy="900921"/>
          </a:xfrm>
          <a:prstGeom prst="rect">
            <a:avLst/>
          </a:prstGeom>
          <a:solidFill>
            <a:srgbClr val="4472C4">
              <a:alpha val="18824"/>
            </a:srgbClr>
          </a:solidFill>
          <a:ln>
            <a:solidFill>
              <a:srgbClr val="7A73FF">
                <a:alpha val="2902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L-R10 BOWL INSIDE PART 1</a:t>
            </a:r>
            <a:endParaRPr lang="en-IN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0368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19695" y="342078"/>
            <a:ext cx="1112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TASK: 11B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84" r="30550"/>
          <a:stretch/>
        </p:blipFill>
        <p:spPr>
          <a:xfrm>
            <a:off x="1822027" y="990840"/>
            <a:ext cx="2641600" cy="51106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142826" y="3733800"/>
            <a:ext cx="743373" cy="1661160"/>
          </a:xfrm>
          <a:prstGeom prst="rect">
            <a:avLst/>
          </a:prstGeom>
          <a:solidFill>
            <a:srgbClr val="4472C4">
              <a:alpha val="18824"/>
            </a:srgbClr>
          </a:solidFill>
          <a:ln>
            <a:solidFill>
              <a:srgbClr val="7A73FF">
                <a:alpha val="2902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30017" y="6175399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LEFT ARM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723900" y="4312920"/>
            <a:ext cx="1119206" cy="900921"/>
          </a:xfrm>
          <a:prstGeom prst="rect">
            <a:avLst/>
          </a:prstGeom>
          <a:solidFill>
            <a:srgbClr val="4472C4">
              <a:alpha val="18824"/>
            </a:srgbClr>
          </a:solidFill>
          <a:ln>
            <a:solidFill>
              <a:srgbClr val="7A73FF">
                <a:alpha val="2902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L-R10 BOWL INSIDE PART 2</a:t>
            </a:r>
            <a:endParaRPr lang="en-IN" sz="1200" dirty="0">
              <a:solidFill>
                <a:schemeClr val="tx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t="2294"/>
          <a:stretch/>
        </p:blipFill>
        <p:spPr>
          <a:xfrm>
            <a:off x="8541974" y="1417319"/>
            <a:ext cx="1066892" cy="36261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36463" y="6122059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RIGHT ARM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8003334" y="5213841"/>
            <a:ext cx="1864566" cy="523261"/>
          </a:xfrm>
          <a:prstGeom prst="rect">
            <a:avLst/>
          </a:prstGeom>
          <a:solidFill>
            <a:srgbClr val="ED7D31">
              <a:alpha val="2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HOLD BRUSH OUTSIDE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35213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19695" y="342078"/>
            <a:ext cx="1120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TASK: 12A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19695" y="1459543"/>
            <a:ext cx="5181711" cy="40116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 rot="423125">
            <a:off x="1805940" y="5052060"/>
            <a:ext cx="1958340" cy="625720"/>
          </a:xfrm>
          <a:prstGeom prst="rect">
            <a:avLst/>
          </a:prstGeom>
          <a:solidFill>
            <a:srgbClr val="4472C4">
              <a:alpha val="18824"/>
            </a:srgbClr>
          </a:solidFill>
          <a:ln>
            <a:solidFill>
              <a:srgbClr val="7A73FF">
                <a:alpha val="2902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L-R11 FLOOR SPILLAGE LEFT PART 1</a:t>
            </a:r>
            <a:endParaRPr lang="en-IN" sz="1200" dirty="0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84" r="30550"/>
          <a:stretch/>
        </p:blipFill>
        <p:spPr>
          <a:xfrm>
            <a:off x="7544647" y="1021320"/>
            <a:ext cx="2641600" cy="51106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053114" y="4057634"/>
            <a:ext cx="1864566" cy="93371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R-T05 CLEAN DRAIN HOLE PART1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663940" y="4164560"/>
            <a:ext cx="487680" cy="719860"/>
          </a:xfrm>
          <a:prstGeom prst="rect">
            <a:avLst/>
          </a:prstGeom>
          <a:solidFill>
            <a:srgbClr val="ED7D31">
              <a:alpha val="2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30017" y="6175399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LEFT ARM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8436463" y="6122059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RIGHT ARM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7344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19695" y="342078"/>
            <a:ext cx="1112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TASK: 12B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40627" y="1421443"/>
            <a:ext cx="5181711" cy="40116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 rot="2740176">
            <a:off x="4040602" y="4459804"/>
            <a:ext cx="740970" cy="1374574"/>
          </a:xfrm>
          <a:prstGeom prst="rect">
            <a:avLst/>
          </a:prstGeom>
          <a:solidFill>
            <a:srgbClr val="4472C4">
              <a:alpha val="18824"/>
            </a:srgbClr>
          </a:solidFill>
          <a:ln>
            <a:solidFill>
              <a:srgbClr val="7A73FF">
                <a:alpha val="2902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L-R11 FLOOR SPILLAGE LEFT PART 2</a:t>
            </a:r>
            <a:endParaRPr lang="en-IN" sz="1200" dirty="0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84" r="30550"/>
          <a:stretch/>
        </p:blipFill>
        <p:spPr>
          <a:xfrm>
            <a:off x="7544647" y="1021320"/>
            <a:ext cx="2641600" cy="51106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053114" y="4057634"/>
            <a:ext cx="1864566" cy="93371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R-T05 CLEAN DRAIN HOLE PART 2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663940" y="4164560"/>
            <a:ext cx="487680" cy="719860"/>
          </a:xfrm>
          <a:prstGeom prst="rect">
            <a:avLst/>
          </a:prstGeom>
          <a:solidFill>
            <a:srgbClr val="ED7D31">
              <a:alpha val="2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30017" y="6175399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LEFT ARM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8436463" y="6122059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RIGHT ARM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46685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19695" y="342078"/>
            <a:ext cx="987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TASK: 13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388" y="1767742"/>
            <a:ext cx="1882303" cy="22557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134402" y="4263102"/>
            <a:ext cx="1803938" cy="569739"/>
          </a:xfrm>
          <a:prstGeom prst="rect">
            <a:avLst/>
          </a:prstGeom>
          <a:solidFill>
            <a:srgbClr val="4472C4">
              <a:alpha val="18824"/>
            </a:srgbClr>
          </a:solidFill>
          <a:ln>
            <a:solidFill>
              <a:srgbClr val="7A73FF">
                <a:alpha val="2902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DROP GLOVE</a:t>
            </a:r>
            <a:endParaRPr lang="en-IN" sz="1200" dirty="0">
              <a:solidFill>
                <a:schemeClr val="tx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t="2294"/>
          <a:stretch/>
        </p:blipFill>
        <p:spPr>
          <a:xfrm>
            <a:off x="4137614" y="457199"/>
            <a:ext cx="1066892" cy="36261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53734" y="4895123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LEFT ARM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3598974" y="4207243"/>
            <a:ext cx="1864566" cy="569739"/>
          </a:xfrm>
          <a:prstGeom prst="rect">
            <a:avLst/>
          </a:prstGeom>
          <a:solidFill>
            <a:srgbClr val="ED7D31">
              <a:alpha val="2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R-T06 RETURN DRAIN BRUSH AND DROP GLOVE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92300" y="4895123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RIGHT ARM</a:t>
            </a:r>
            <a:endParaRPr lang="en-IN" dirty="0"/>
          </a:p>
        </p:txBody>
      </p:sp>
      <p:sp>
        <p:nvSpPr>
          <p:cNvPr id="13" name="Rectangle 12"/>
          <p:cNvSpPr/>
          <p:nvPr/>
        </p:nvSpPr>
        <p:spPr>
          <a:xfrm>
            <a:off x="5699760" y="342078"/>
            <a:ext cx="76200" cy="641686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6089915" y="272533"/>
            <a:ext cx="987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TASK: 14</a:t>
            </a:r>
            <a:endParaRPr lang="en-IN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336" y="1440081"/>
            <a:ext cx="1882303" cy="225571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229050" y="4207243"/>
            <a:ext cx="1803938" cy="569739"/>
          </a:xfrm>
          <a:prstGeom prst="rect">
            <a:avLst/>
          </a:prstGeom>
          <a:solidFill>
            <a:srgbClr val="4472C4">
              <a:alpha val="18824"/>
            </a:srgbClr>
          </a:solidFill>
          <a:ln>
            <a:solidFill>
              <a:srgbClr val="7A73FF">
                <a:alpha val="2902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L-T04 LEFT GLOVE CHANGE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291114" y="4207242"/>
            <a:ext cx="1864566" cy="569739"/>
          </a:xfrm>
          <a:prstGeom prst="rect">
            <a:avLst/>
          </a:prstGeom>
          <a:solidFill>
            <a:srgbClr val="ED7D31">
              <a:alpha val="2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R-T07 RIGHT GLOVE CHANGE</a:t>
            </a:r>
            <a:endParaRPr lang="en-IN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5251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1575" y="379213"/>
            <a:ext cx="987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TASK: 15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84" r="30550"/>
          <a:stretch/>
        </p:blipFill>
        <p:spPr>
          <a:xfrm>
            <a:off x="4626187" y="952740"/>
            <a:ext cx="2641600" cy="51106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08961" y="3058470"/>
            <a:ext cx="33314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L-T05 CLOSE SEAT + LID (MASTER)</a:t>
            </a:r>
            <a:br>
              <a:rPr lang="en-US" dirty="0" smtClean="0"/>
            </a:br>
            <a:r>
              <a:rPr lang="en-US" dirty="0" smtClean="0"/>
              <a:t>LEFT ARM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7458301" y="3058469"/>
            <a:ext cx="34526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R-T09 CLOSE SEAT + LID (SUPPORT)</a:t>
            </a:r>
            <a:br>
              <a:rPr lang="en-US" dirty="0" smtClean="0"/>
            </a:br>
            <a:r>
              <a:rPr lang="en-US" dirty="0" smtClean="0"/>
              <a:t>RIGHT ARM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1284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1215</TotalTime>
  <Words>393</Words>
  <Application>Microsoft Office PowerPoint</Application>
  <PresentationFormat>Widescreen</PresentationFormat>
  <Paragraphs>115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30</cp:revision>
  <cp:lastPrinted>2026-10-07T09:03:27Z</cp:lastPrinted>
  <dcterms:created xsi:type="dcterms:W3CDTF">2026-10-07T09:00:00Z</dcterms:created>
  <dcterms:modified xsi:type="dcterms:W3CDTF">2026-10-08T05:21:13Z</dcterms:modified>
</cp:coreProperties>
</file>