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1" r:id="rId16"/>
    <p:sldId id="272" r:id="rId17"/>
    <p:sldId id="26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3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99C9B-75DC-1D78-15D0-63AE756AFA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5EB9FD-E462-9F21-2D8D-BB27A8E5B3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3696C1-7A2E-25F8-FCB7-248E866DA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2990D-2825-4DCC-BA7C-6257671D606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4A67D2-7E96-5EF2-DC5E-E5B5C8175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753907-12F1-112A-767E-3B4B4C610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2AA3B-7543-44B3-AFCC-7561FF3B17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040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45CBB-7677-C7F5-8971-1902131C7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8C15D-0DA7-B355-C007-E740929022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CEEB71-5A52-BC06-BAFC-B814A4765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2990D-2825-4DCC-BA7C-6257671D606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D8C295-DF9F-61EB-436D-9EFB9F156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9F364A-6AD1-38EE-0FF0-928A46923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2AA3B-7543-44B3-AFCC-7561FF3B17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474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099DE-3691-DBC9-2629-3E9C23537F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592C3C-9BA7-A0E0-6B19-71A27B15D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81A32C-F5D9-8CAF-B8C3-127BC46EB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2990D-2825-4DCC-BA7C-6257671D606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8D951-D75B-4A8D-7F84-6227B1672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C719C4-7FE1-1828-1B04-C2058D2D1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2AA3B-7543-44B3-AFCC-7561FF3B17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58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3E84B-1258-D5EA-38D8-C10E28571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1ACBF-F72F-0FF0-F7E0-2697B4A585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C1FE35-2C8E-8674-D91C-380D8E0962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8D547C-4309-50E1-ED12-EE3DB6E95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2990D-2825-4DCC-BA7C-6257671D606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D622E-82EE-2016-B6CB-77178EDE7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3C509D-5D33-419D-E3DF-C594B86D4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2AA3B-7543-44B3-AFCC-7561FF3B17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1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C9648-2144-6FCC-21C7-06CA173E6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EAE437-3775-D2E3-EE59-2219D98D6C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D2C1FF-A77C-4568-4307-21117E7B98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697A7F-F7C1-B4FD-0AA8-150A618B44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19731A-7FE1-2870-A98A-7EDBA3343B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C95C48-07AD-3265-8A59-BD6E0E2DE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2990D-2825-4DCC-BA7C-6257671D606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5AAAEB-7CF2-F033-BBDD-E0246280B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DCC544-0AE4-7EC0-48BA-632DDD956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2AA3B-7543-44B3-AFCC-7561FF3B17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178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A672D-E5CD-3EB7-A41A-F74217547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72A820-5632-2DAA-0851-D9790F0FF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2990D-2825-4DCC-BA7C-6257671D606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5B2CBE-B345-0D6C-2597-1A4A22635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ADEC4B-F014-EF08-2F24-3DCD6F605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2AA3B-7543-44B3-AFCC-7561FF3B17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788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069C18-39AD-92A4-7A55-0CE81757F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2990D-2825-4DCC-BA7C-6257671D606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2368E6-EB33-56E5-2BE6-74E668834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663073-5D25-673D-B671-8DDDFCC3B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2AA3B-7543-44B3-AFCC-7561FF3B17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641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9CFBE-07A6-EE97-A983-EAB39D216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4E1657-446D-761E-FCB3-229C9017D8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D31C6D-47A9-5D57-BE07-60188C2E2F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123FEA-77B6-8E29-9BBD-4B9F1BBB9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2990D-2825-4DCC-BA7C-6257671D606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98DA54-61D8-C724-085B-D8F914B00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308D12-74F4-41AA-3FB5-A3D50744B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2AA3B-7543-44B3-AFCC-7561FF3B17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2545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5F2FD-2179-91BA-3778-23DE4B315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427CAA-178D-0FB2-3D60-09951CDE85E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76AA6-B8E1-CEAA-8D0E-DA3F85CCB4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68707-6F10-EC18-3CF5-576328E7D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2990D-2825-4DCC-BA7C-6257671D606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1C6C98-12A3-7025-961E-F790749D1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ED071D-0314-F504-0A55-CAE6D4318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2AA3B-7543-44B3-AFCC-7561FF3B17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678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3F7EA-8A80-D52D-8A86-3D09D1FC4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3D7D94-DDB4-8F41-469C-982D50627D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3F6548-B8A5-167E-84C0-960FBEB59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2990D-2825-4DCC-BA7C-6257671D606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392B17-4385-9C3D-955F-4BEAF628D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3665E6-1EB9-78DB-37B0-89ECF8271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2AA3B-7543-44B3-AFCC-7561FF3B17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538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DEDE6C4-25FE-1E5E-3326-C52DC0C37C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CA2D8B-D970-5254-ADBF-CE3DC3501F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776635-3444-1CDB-F1D9-5B9096678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2990D-2825-4DCC-BA7C-6257671D606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AF5D7B-9D89-93E8-C508-898819276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593662-1250-D438-AC6F-008260A48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2AA3B-7543-44B3-AFCC-7561FF3B17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116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7A1011-4D8F-1274-D135-03E78710C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166AE9-745E-F94A-7F79-48E31203DA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5B49BC-5D73-EC61-B9F3-1BD5863951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C2990D-2825-4DCC-BA7C-6257671D606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E5A598-763F-66BE-E80D-AD98784C9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FAB797-4B21-BEC4-AB2A-709378F30B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12AA3B-7543-44B3-AFCC-7561FF3B17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390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447E85B-5A8C-9C8D-3396-7C774232D9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143" y="323884"/>
            <a:ext cx="8227555" cy="45027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900FB07-DFDE-E94B-EDC6-9767B17C0DB6}"/>
              </a:ext>
            </a:extLst>
          </p:cNvPr>
          <p:cNvSpPr txBox="1"/>
          <p:nvPr/>
        </p:nvSpPr>
        <p:spPr>
          <a:xfrm>
            <a:off x="2442491" y="5265470"/>
            <a:ext cx="561217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 the latest template V32 and do this below changes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V32 not have cleat butter </a:t>
            </a:r>
            <a:r>
              <a:rPr lang="en-US" dirty="0" err="1"/>
              <a:t>fli</a:t>
            </a:r>
            <a:r>
              <a:rPr lang="en-US" dirty="0"/>
              <a:t> logo need to replace</a:t>
            </a:r>
          </a:p>
        </p:txBody>
      </p:sp>
    </p:spTree>
    <p:extLst>
      <p:ext uri="{BB962C8B-B14F-4D97-AF65-F5344CB8AC3E}">
        <p14:creationId xmlns:p14="http://schemas.microsoft.com/office/powerpoint/2010/main" val="860921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1AFC18F-0BEA-33C4-ABB6-D4826F00CA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331" y="449509"/>
            <a:ext cx="8746250" cy="29794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CECC6B4-83BE-4553-85E5-099E75674EAB}"/>
              </a:ext>
            </a:extLst>
          </p:cNvPr>
          <p:cNvSpPr txBox="1"/>
          <p:nvPr/>
        </p:nvSpPr>
        <p:spPr>
          <a:xfrm>
            <a:off x="895990" y="4216058"/>
            <a:ext cx="79800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This section it should show region images from ppt, please keep existing images</a:t>
            </a:r>
          </a:p>
        </p:txBody>
      </p:sp>
    </p:spTree>
    <p:extLst>
      <p:ext uri="{BB962C8B-B14F-4D97-AF65-F5344CB8AC3E}">
        <p14:creationId xmlns:p14="http://schemas.microsoft.com/office/powerpoint/2010/main" val="4234683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5314734-6541-A0FE-6EC3-69AD4807E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988" y="405464"/>
            <a:ext cx="7853203" cy="416010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0A4355A-E893-D2B4-9370-21A14A36CB06}"/>
              </a:ext>
            </a:extLst>
          </p:cNvPr>
          <p:cNvSpPr txBox="1"/>
          <p:nvPr/>
        </p:nvSpPr>
        <p:spPr>
          <a:xfrm>
            <a:off x="2049728" y="4884982"/>
            <a:ext cx="4147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 3d view just expand the region image</a:t>
            </a:r>
          </a:p>
        </p:txBody>
      </p:sp>
    </p:spTree>
    <p:extLst>
      <p:ext uri="{BB962C8B-B14F-4D97-AF65-F5344CB8AC3E}">
        <p14:creationId xmlns:p14="http://schemas.microsoft.com/office/powerpoint/2010/main" val="1205185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D8E90F-E8F9-43E5-E03F-D77B0FBAEF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4231" y="1067823"/>
            <a:ext cx="6565108" cy="26409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2EF5806-456E-289B-273F-ADAA3F332632}"/>
              </a:ext>
            </a:extLst>
          </p:cNvPr>
          <p:cNvSpPr txBox="1"/>
          <p:nvPr/>
        </p:nvSpPr>
        <p:spPr>
          <a:xfrm>
            <a:off x="4516768" y="4160827"/>
            <a:ext cx="4855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 3d view just show the selected region image</a:t>
            </a:r>
          </a:p>
        </p:txBody>
      </p:sp>
    </p:spTree>
    <p:extLst>
      <p:ext uri="{BB962C8B-B14F-4D97-AF65-F5344CB8AC3E}">
        <p14:creationId xmlns:p14="http://schemas.microsoft.com/office/powerpoint/2010/main" val="3191128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B9CA758-A3A2-44EC-E79F-FCB38A7D6C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14" y="638239"/>
            <a:ext cx="8001538" cy="45429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B7206ED-0D0E-FD54-755B-070C9DF0C729}"/>
              </a:ext>
            </a:extLst>
          </p:cNvPr>
          <p:cNvSpPr txBox="1"/>
          <p:nvPr/>
        </p:nvSpPr>
        <p:spPr>
          <a:xfrm>
            <a:off x="1687651" y="5553906"/>
            <a:ext cx="916475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 this dropdown it shows the global points list (from controller) also provide search button)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Control: MOVE J and MOVE L</a:t>
            </a:r>
          </a:p>
        </p:txBody>
      </p:sp>
    </p:spTree>
    <p:extLst>
      <p:ext uri="{BB962C8B-B14F-4D97-AF65-F5344CB8AC3E}">
        <p14:creationId xmlns:p14="http://schemas.microsoft.com/office/powerpoint/2010/main" val="568012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16B4B04-BB4C-7A6E-9A56-AF0DB9C38F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925" y="389137"/>
            <a:ext cx="7935432" cy="38581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7F83278-B1AE-2565-0551-ABD07E750146}"/>
              </a:ext>
            </a:extLst>
          </p:cNvPr>
          <p:cNvSpPr txBox="1"/>
          <p:nvPr/>
        </p:nvSpPr>
        <p:spPr>
          <a:xfrm>
            <a:off x="2135645" y="4596548"/>
            <a:ext cx="3295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duplicate file name not allowed</a:t>
            </a:r>
          </a:p>
        </p:txBody>
      </p:sp>
    </p:spTree>
    <p:extLst>
      <p:ext uri="{BB962C8B-B14F-4D97-AF65-F5344CB8AC3E}">
        <p14:creationId xmlns:p14="http://schemas.microsoft.com/office/powerpoint/2010/main" val="33495057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0D651B6-16B1-5CC4-B030-7FF9CCD3E3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012" y="1349597"/>
            <a:ext cx="8292501" cy="20794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6A5CA5D-3526-46C9-F858-4A4B467F3360}"/>
              </a:ext>
            </a:extLst>
          </p:cNvPr>
          <p:cNvSpPr txBox="1"/>
          <p:nvPr/>
        </p:nvSpPr>
        <p:spPr>
          <a:xfrm>
            <a:off x="1528091" y="3700558"/>
            <a:ext cx="2191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Remove this section</a:t>
            </a:r>
          </a:p>
        </p:txBody>
      </p:sp>
    </p:spTree>
    <p:extLst>
      <p:ext uri="{BB962C8B-B14F-4D97-AF65-F5344CB8AC3E}">
        <p14:creationId xmlns:p14="http://schemas.microsoft.com/office/powerpoint/2010/main" val="1857738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C4F0572-DDB7-0990-7015-B00AF90366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900" y="490953"/>
            <a:ext cx="9025441" cy="39469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56D355E-6C35-7D1F-8306-2B54B25499F0}"/>
              </a:ext>
            </a:extLst>
          </p:cNvPr>
          <p:cNvSpPr txBox="1"/>
          <p:nvPr/>
        </p:nvSpPr>
        <p:spPr>
          <a:xfrm>
            <a:off x="2965348" y="5193130"/>
            <a:ext cx="6621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Plot area , need tooltip that shows all joint vales and line number)</a:t>
            </a:r>
          </a:p>
        </p:txBody>
      </p:sp>
    </p:spTree>
    <p:extLst>
      <p:ext uri="{BB962C8B-B14F-4D97-AF65-F5344CB8AC3E}">
        <p14:creationId xmlns:p14="http://schemas.microsoft.com/office/powerpoint/2010/main" val="8751366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4EA47D-C7E0-8EB6-FD7D-1F2CA5D79C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86" y="88219"/>
            <a:ext cx="8720398" cy="52541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6853C5-1FDC-E9DC-2A89-943CEAE81767}"/>
              </a:ext>
            </a:extLst>
          </p:cNvPr>
          <p:cNvSpPr txBox="1"/>
          <p:nvPr/>
        </p:nvSpPr>
        <p:spPr>
          <a:xfrm>
            <a:off x="6438378" y="5642975"/>
            <a:ext cx="13322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 I forget to </a:t>
            </a:r>
          </a:p>
        </p:txBody>
      </p:sp>
    </p:spTree>
    <p:extLst>
      <p:ext uri="{BB962C8B-B14F-4D97-AF65-F5344CB8AC3E}">
        <p14:creationId xmlns:p14="http://schemas.microsoft.com/office/powerpoint/2010/main" val="17704849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4C757F-A0F6-1497-23BE-791C16187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978" y="487866"/>
            <a:ext cx="10650436" cy="43725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2B08749-3F06-03A5-FA54-FE527A9B44BD}"/>
              </a:ext>
            </a:extLst>
          </p:cNvPr>
          <p:cNvSpPr txBox="1"/>
          <p:nvPr/>
        </p:nvSpPr>
        <p:spPr>
          <a:xfrm>
            <a:off x="6449895" y="5480263"/>
            <a:ext cx="45829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Notification at least need 15 seconds on idle</a:t>
            </a:r>
          </a:p>
        </p:txBody>
      </p:sp>
    </p:spTree>
    <p:extLst>
      <p:ext uri="{BB962C8B-B14F-4D97-AF65-F5344CB8AC3E}">
        <p14:creationId xmlns:p14="http://schemas.microsoft.com/office/powerpoint/2010/main" val="1958790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C1B1D0A-B8F3-58E3-96B4-B2FB7AF1F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2401" y="600000"/>
            <a:ext cx="8211696" cy="33627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A3A911-AEF8-608A-FD37-0EDC453F2C8A}"/>
              </a:ext>
            </a:extLst>
          </p:cNvPr>
          <p:cNvSpPr txBox="1"/>
          <p:nvPr/>
        </p:nvSpPr>
        <p:spPr>
          <a:xfrm>
            <a:off x="6247377" y="5731877"/>
            <a:ext cx="2793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Few buttons needs to add </a:t>
            </a:r>
          </a:p>
        </p:txBody>
      </p:sp>
    </p:spTree>
    <p:extLst>
      <p:ext uri="{BB962C8B-B14F-4D97-AF65-F5344CB8AC3E}">
        <p14:creationId xmlns:p14="http://schemas.microsoft.com/office/powerpoint/2010/main" val="1581402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D8E99BC-E9D8-650C-382F-73B84F3BB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885" y="491368"/>
            <a:ext cx="6566643" cy="320307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685BACB-9C86-0B61-029A-3B538BA2C9B7}"/>
              </a:ext>
            </a:extLst>
          </p:cNvPr>
          <p:cNvSpPr txBox="1"/>
          <p:nvPr/>
        </p:nvSpPr>
        <p:spPr>
          <a:xfrm>
            <a:off x="1687651" y="4154690"/>
            <a:ext cx="5566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Upload file status like percentage or horizontal bar line</a:t>
            </a:r>
          </a:p>
        </p:txBody>
      </p:sp>
    </p:spTree>
    <p:extLst>
      <p:ext uri="{BB962C8B-B14F-4D97-AF65-F5344CB8AC3E}">
        <p14:creationId xmlns:p14="http://schemas.microsoft.com/office/powerpoint/2010/main" val="34858895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1B439C4-C0FC-3D73-E5C2-D7C245A04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18" y="675061"/>
            <a:ext cx="7169203" cy="26544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0206AAF-35C0-E212-4664-CEF825039279}"/>
              </a:ext>
            </a:extLst>
          </p:cNvPr>
          <p:cNvSpPr txBox="1"/>
          <p:nvPr/>
        </p:nvSpPr>
        <p:spPr>
          <a:xfrm>
            <a:off x="2160194" y="3608505"/>
            <a:ext cx="4455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Remove stop both button from login screen</a:t>
            </a:r>
          </a:p>
        </p:txBody>
      </p:sp>
    </p:spTree>
    <p:extLst>
      <p:ext uri="{BB962C8B-B14F-4D97-AF65-F5344CB8AC3E}">
        <p14:creationId xmlns:p14="http://schemas.microsoft.com/office/powerpoint/2010/main" val="7245657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1FECE1-B235-1E95-32F9-5BD1963B35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649" y="1129726"/>
            <a:ext cx="9126224" cy="19719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39034C9-6EE2-D026-CA60-31D57DC512FD}"/>
              </a:ext>
            </a:extLst>
          </p:cNvPr>
          <p:cNvSpPr txBox="1"/>
          <p:nvPr/>
        </p:nvSpPr>
        <p:spPr>
          <a:xfrm>
            <a:off x="3191195" y="4148553"/>
            <a:ext cx="258493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Change Title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ALIX STUDIO LITE to ASL</a:t>
            </a:r>
            <a:br>
              <a:rPr lang="en-US" dirty="0"/>
            </a:br>
            <a:r>
              <a:rPr lang="en-US" dirty="0"/>
              <a:t>Realign the text wrap </a:t>
            </a:r>
          </a:p>
        </p:txBody>
      </p:sp>
    </p:spTree>
    <p:extLst>
      <p:ext uri="{BB962C8B-B14F-4D97-AF65-F5344CB8AC3E}">
        <p14:creationId xmlns:p14="http://schemas.microsoft.com/office/powerpoint/2010/main" val="30537482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B3A3A19-6764-40C8-5E57-52ABBE42E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048" y="644376"/>
            <a:ext cx="5020000" cy="40275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4058913-C7CE-3E2C-7AD2-2FF7A8978861}"/>
              </a:ext>
            </a:extLst>
          </p:cNvPr>
          <p:cNvSpPr txBox="1"/>
          <p:nvPr/>
        </p:nvSpPr>
        <p:spPr>
          <a:xfrm>
            <a:off x="1460586" y="5032268"/>
            <a:ext cx="5450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Give common buttons for connect and disconnect all</a:t>
            </a:r>
          </a:p>
        </p:txBody>
      </p:sp>
    </p:spTree>
    <p:extLst>
      <p:ext uri="{BB962C8B-B14F-4D97-AF65-F5344CB8AC3E}">
        <p14:creationId xmlns:p14="http://schemas.microsoft.com/office/powerpoint/2010/main" val="32485292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3CFE805-910A-78E7-2BDF-1FBA652C8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2394" y="549108"/>
            <a:ext cx="6378539" cy="45652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234ADBA-71EB-B394-608E-CD8EB8F8BB3F}"/>
              </a:ext>
            </a:extLst>
          </p:cNvPr>
          <p:cNvSpPr txBox="1"/>
          <p:nvPr/>
        </p:nvSpPr>
        <p:spPr>
          <a:xfrm>
            <a:off x="5032268" y="5676644"/>
            <a:ext cx="30657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Global points list not visible</a:t>
            </a:r>
            <a:br>
              <a:rPr lang="en-US" dirty="0"/>
            </a:br>
            <a:r>
              <a:rPr lang="en-US" dirty="0"/>
              <a:t>and also trajectory (RUN Tab)</a:t>
            </a:r>
          </a:p>
        </p:txBody>
      </p:sp>
    </p:spTree>
    <p:extLst>
      <p:ext uri="{BB962C8B-B14F-4D97-AF65-F5344CB8AC3E}">
        <p14:creationId xmlns:p14="http://schemas.microsoft.com/office/powerpoint/2010/main" val="2316699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18597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170</Words>
  <Application>Microsoft Office PowerPoint</Application>
  <PresentationFormat>Widescreen</PresentationFormat>
  <Paragraphs>16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Alai Labs</dc:creator>
  <cp:lastModifiedBy>Alai Labs</cp:lastModifiedBy>
  <cp:revision>5</cp:revision>
  <dcterms:created xsi:type="dcterms:W3CDTF">2026-10-14T10:55:02Z</dcterms:created>
  <dcterms:modified xsi:type="dcterms:W3CDTF">2026-10-14T11:41:21Z</dcterms:modified>
</cp:coreProperties>
</file>